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DD42-5ECD-425C-8672-2F486AE2E238}" type="datetimeFigureOut">
              <a:rPr lang="zh-CN" altLang="en-US" smtClean="0"/>
              <a:t>2018/1/10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D9160-A0D6-4093-ADF3-BBFB4D4D11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333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DD42-5ECD-425C-8672-2F486AE2E238}" type="datetimeFigureOut">
              <a:rPr lang="zh-CN" altLang="en-US" smtClean="0"/>
              <a:t>2018/1/10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D9160-A0D6-4093-ADF3-BBFB4D4D11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005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DD42-5ECD-425C-8672-2F486AE2E238}" type="datetimeFigureOut">
              <a:rPr lang="zh-CN" altLang="en-US" smtClean="0"/>
              <a:t>2018/1/10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D9160-A0D6-4093-ADF3-BBFB4D4D11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725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DD42-5ECD-425C-8672-2F486AE2E238}" type="datetimeFigureOut">
              <a:rPr lang="zh-CN" altLang="en-US" smtClean="0"/>
              <a:t>2018/1/10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D9160-A0D6-4093-ADF3-BBFB4D4D11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014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DD42-5ECD-425C-8672-2F486AE2E238}" type="datetimeFigureOut">
              <a:rPr lang="zh-CN" altLang="en-US" smtClean="0"/>
              <a:t>2018/1/10 Wednesday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D9160-A0D6-4093-ADF3-BBFB4D4D11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011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DD42-5ECD-425C-8672-2F486AE2E238}" type="datetimeFigureOut">
              <a:rPr lang="zh-CN" altLang="en-US" smtClean="0"/>
              <a:t>2018/1/10 Wednesday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D9160-A0D6-4093-ADF3-BBFB4D4D11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349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DD42-5ECD-425C-8672-2F486AE2E238}" type="datetimeFigureOut">
              <a:rPr lang="zh-CN" altLang="en-US" smtClean="0"/>
              <a:t>2018/1/10 Wednesday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D9160-A0D6-4093-ADF3-BBFB4D4D11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201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DD42-5ECD-425C-8672-2F486AE2E238}" type="datetimeFigureOut">
              <a:rPr lang="zh-CN" altLang="en-US" smtClean="0"/>
              <a:t>2018/1/10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D9160-A0D6-4093-ADF3-BBFB4D4D11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76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DD42-5ECD-425C-8672-2F486AE2E238}" type="datetimeFigureOut">
              <a:rPr lang="zh-CN" altLang="en-US" smtClean="0"/>
              <a:t>2018/1/10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D9160-A0D6-4093-ADF3-BBFB4D4D11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DD42-5ECD-425C-8672-2F486AE2E238}" type="datetimeFigureOut">
              <a:rPr lang="zh-CN" altLang="en-US" smtClean="0"/>
              <a:t>2018/1/10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D9160-A0D6-4093-ADF3-BBFB4D4D11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10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DD42-5ECD-425C-8672-2F486AE2E238}" type="datetimeFigureOut">
              <a:rPr lang="zh-CN" altLang="en-US" smtClean="0"/>
              <a:t>2018/1/10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D9160-A0D6-4093-ADF3-BBFB4D4D11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769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EDD42-5ECD-425C-8672-2F486AE2E238}" type="datetimeFigureOut">
              <a:rPr lang="zh-CN" altLang="en-US" smtClean="0"/>
              <a:t>2018/1/10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D9160-A0D6-4093-ADF3-BBFB4D4D11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71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72" y="503409"/>
            <a:ext cx="265747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957027" y="905082"/>
            <a:ext cx="720080" cy="6480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1677107" y="1145189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 rot="5400000">
            <a:off x="1137180" y="1688887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416" y="503409"/>
            <a:ext cx="265747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060" y="503409"/>
            <a:ext cx="265747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梯形 7"/>
          <p:cNvSpPr/>
          <p:nvPr/>
        </p:nvSpPr>
        <p:spPr>
          <a:xfrm>
            <a:off x="3981496" y="963229"/>
            <a:ext cx="936104" cy="531777"/>
          </a:xfrm>
          <a:prstGeom prst="trapezoid">
            <a:avLst>
              <a:gd name="adj" fmla="val 16812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 rot="5400000">
            <a:off x="4120312" y="1103484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 rot="16200000">
            <a:off x="4467063" y="1364851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005832" y="893161"/>
            <a:ext cx="1008112" cy="72371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181660" y="1016802"/>
            <a:ext cx="656456" cy="480074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 rot="10800000">
            <a:off x="6743399" y="1201807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 rot="5400000">
            <a:off x="7364550" y="1661166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38" y="2783361"/>
            <a:ext cx="275494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682" y="2783361"/>
            <a:ext cx="275494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326" y="2790542"/>
            <a:ext cx="275494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矩形 30"/>
          <p:cNvSpPr/>
          <p:nvPr/>
        </p:nvSpPr>
        <p:spPr>
          <a:xfrm>
            <a:off x="1907704" y="3647457"/>
            <a:ext cx="466079" cy="43204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539552" y="3654638"/>
            <a:ext cx="466079" cy="43204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>
            <a:off x="854463" y="3824352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右箭头 34"/>
          <p:cNvSpPr/>
          <p:nvPr/>
        </p:nvSpPr>
        <p:spPr>
          <a:xfrm rot="10800000">
            <a:off x="1576307" y="3823626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右箭头 35"/>
          <p:cNvSpPr/>
          <p:nvPr/>
        </p:nvSpPr>
        <p:spPr>
          <a:xfrm rot="16200000">
            <a:off x="594749" y="3402610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右箭头 36"/>
          <p:cNvSpPr/>
          <p:nvPr/>
        </p:nvSpPr>
        <p:spPr>
          <a:xfrm rot="16200000">
            <a:off x="1960723" y="3424280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49692" y="-19811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 置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546037" y="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角 度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79681" y="196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 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梯形 40"/>
          <p:cNvSpPr/>
          <p:nvPr/>
        </p:nvSpPr>
        <p:spPr>
          <a:xfrm>
            <a:off x="3629846" y="3736603"/>
            <a:ext cx="574031" cy="319514"/>
          </a:xfrm>
          <a:prstGeom prst="trapezoid">
            <a:avLst>
              <a:gd name="adj" fmla="val 16812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箭头 41"/>
          <p:cNvSpPr/>
          <p:nvPr/>
        </p:nvSpPr>
        <p:spPr>
          <a:xfrm rot="5400000">
            <a:off x="3757743" y="3809251"/>
            <a:ext cx="216327" cy="101908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右箭头 42"/>
          <p:cNvSpPr/>
          <p:nvPr/>
        </p:nvSpPr>
        <p:spPr>
          <a:xfrm rot="16200000">
            <a:off x="3949003" y="3899592"/>
            <a:ext cx="216327" cy="101908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 rot="1447937">
            <a:off x="4917600" y="3680336"/>
            <a:ext cx="466079" cy="43204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环形箭头 9"/>
          <p:cNvSpPr/>
          <p:nvPr/>
        </p:nvSpPr>
        <p:spPr>
          <a:xfrm rot="15264513">
            <a:off x="4683302" y="3786153"/>
            <a:ext cx="356965" cy="36443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环形箭头 45"/>
          <p:cNvSpPr/>
          <p:nvPr/>
        </p:nvSpPr>
        <p:spPr>
          <a:xfrm rot="4544519">
            <a:off x="5239099" y="3636845"/>
            <a:ext cx="356965" cy="36443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956376" y="3719862"/>
            <a:ext cx="626829" cy="41376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8061513" y="3789510"/>
            <a:ext cx="408174" cy="274470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右箭头 48"/>
          <p:cNvSpPr/>
          <p:nvPr/>
        </p:nvSpPr>
        <p:spPr>
          <a:xfrm rot="10800000">
            <a:off x="7786634" y="3860205"/>
            <a:ext cx="216196" cy="146794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右箭头 49"/>
          <p:cNvSpPr/>
          <p:nvPr/>
        </p:nvSpPr>
        <p:spPr>
          <a:xfrm rot="16200000">
            <a:off x="8107311" y="3531247"/>
            <a:ext cx="292455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72" y="4941168"/>
            <a:ext cx="2657475" cy="185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流程图: 库存数据 27"/>
          <p:cNvSpPr/>
          <p:nvPr/>
        </p:nvSpPr>
        <p:spPr>
          <a:xfrm rot="14211345">
            <a:off x="1726359" y="5435793"/>
            <a:ext cx="589805" cy="646803"/>
          </a:xfrm>
          <a:prstGeom prst="flowChartOnlineStorage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右箭头 55"/>
          <p:cNvSpPr/>
          <p:nvPr/>
        </p:nvSpPr>
        <p:spPr>
          <a:xfrm rot="5943709">
            <a:off x="1727684" y="6110927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右箭头 56"/>
          <p:cNvSpPr/>
          <p:nvPr/>
        </p:nvSpPr>
        <p:spPr>
          <a:xfrm rot="14152063">
            <a:off x="2032731" y="5957686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流程图: 库存数据 58"/>
          <p:cNvSpPr/>
          <p:nvPr/>
        </p:nvSpPr>
        <p:spPr>
          <a:xfrm rot="9062009">
            <a:off x="580576" y="5722775"/>
            <a:ext cx="388384" cy="452993"/>
          </a:xfrm>
          <a:prstGeom prst="flowChartOnlineStorage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右箭头 62"/>
          <p:cNvSpPr/>
          <p:nvPr/>
        </p:nvSpPr>
        <p:spPr>
          <a:xfrm rot="5400000">
            <a:off x="605479" y="6169473"/>
            <a:ext cx="360040" cy="144016"/>
          </a:xfrm>
          <a:prstGeom prst="rightArrow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右箭头 63"/>
          <p:cNvSpPr/>
          <p:nvPr/>
        </p:nvSpPr>
        <p:spPr>
          <a:xfrm rot="16200000">
            <a:off x="586567" y="5494741"/>
            <a:ext cx="360040" cy="144016"/>
          </a:xfrm>
          <a:prstGeom prst="rightArrow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416" y="4940094"/>
            <a:ext cx="2657475" cy="185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梯形 66"/>
          <p:cNvSpPr/>
          <p:nvPr/>
        </p:nvSpPr>
        <p:spPr>
          <a:xfrm rot="14438181">
            <a:off x="3540514" y="5878150"/>
            <a:ext cx="574031" cy="231341"/>
          </a:xfrm>
          <a:prstGeom prst="trapezoid">
            <a:avLst>
              <a:gd name="adj" fmla="val 37444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右箭头 67"/>
          <p:cNvSpPr/>
          <p:nvPr/>
        </p:nvSpPr>
        <p:spPr>
          <a:xfrm rot="10800000">
            <a:off x="3427213" y="5740452"/>
            <a:ext cx="237648" cy="126008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右箭头 69"/>
          <p:cNvSpPr/>
          <p:nvPr/>
        </p:nvSpPr>
        <p:spPr>
          <a:xfrm rot="174326">
            <a:off x="3919902" y="6068720"/>
            <a:ext cx="237648" cy="126008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梯形 70"/>
          <p:cNvSpPr/>
          <p:nvPr/>
        </p:nvSpPr>
        <p:spPr>
          <a:xfrm rot="4290776">
            <a:off x="4960610" y="5463181"/>
            <a:ext cx="472820" cy="680104"/>
          </a:xfrm>
          <a:prstGeom prst="trapezoid">
            <a:avLst>
              <a:gd name="adj" fmla="val 15472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右箭头 71"/>
          <p:cNvSpPr/>
          <p:nvPr/>
        </p:nvSpPr>
        <p:spPr>
          <a:xfrm rot="16200000">
            <a:off x="4793826" y="5527015"/>
            <a:ext cx="237648" cy="126008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/>
        </p:nvSpPr>
        <p:spPr>
          <a:xfrm rot="5400000">
            <a:off x="5298757" y="5921207"/>
            <a:ext cx="237648" cy="126008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060" y="4914986"/>
            <a:ext cx="2657475" cy="185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梯形 74"/>
          <p:cNvSpPr/>
          <p:nvPr/>
        </p:nvSpPr>
        <p:spPr>
          <a:xfrm rot="4290776">
            <a:off x="7926367" y="5430022"/>
            <a:ext cx="535282" cy="680093"/>
          </a:xfrm>
          <a:prstGeom prst="trapezoid">
            <a:avLst>
              <a:gd name="adj" fmla="val 15472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梯形 75"/>
          <p:cNvSpPr/>
          <p:nvPr/>
        </p:nvSpPr>
        <p:spPr>
          <a:xfrm rot="4290776">
            <a:off x="8013708" y="5492001"/>
            <a:ext cx="368146" cy="556136"/>
          </a:xfrm>
          <a:prstGeom prst="trapezoid">
            <a:avLst>
              <a:gd name="adj" fmla="val 15472"/>
            </a:avLst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右箭头 76"/>
          <p:cNvSpPr/>
          <p:nvPr/>
        </p:nvSpPr>
        <p:spPr>
          <a:xfrm rot="16200000">
            <a:off x="8038664" y="5515795"/>
            <a:ext cx="216327" cy="101908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" name="右箭头 77"/>
          <p:cNvSpPr/>
          <p:nvPr/>
        </p:nvSpPr>
        <p:spPr>
          <a:xfrm rot="10800000">
            <a:off x="7623797" y="5789323"/>
            <a:ext cx="322482" cy="194887"/>
          </a:xfrm>
          <a:prstGeom prst="rightArrow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116338" y="2071942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779002" y="2093310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左移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右移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271803" y="2071941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上扬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下沉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910307" y="2071940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左翻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右翻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302242" y="207193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拉长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缩短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780940" y="2071942"/>
            <a:ext cx="1351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89395" y="4196731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拉长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缩短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768093" y="4196734"/>
            <a:ext cx="1351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99552" y="4241735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内旋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外旋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354891" y="4246750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上转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下转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56749" y="4231521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内收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65072" y="4234554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840359" y="6499171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内收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48682" y="6502204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905184" y="6488572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内旋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外旋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261416" y="6488571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上扬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下沉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276291" y="6509755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拉长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缩短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7754989" y="6509758"/>
            <a:ext cx="1351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0377" y="503409"/>
            <a:ext cx="61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前额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21427" y="2790542"/>
            <a:ext cx="83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苹果肌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65072" y="4940094"/>
            <a:ext cx="61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脸颊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0" y="2564904"/>
            <a:ext cx="9144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3075" y="4725144"/>
            <a:ext cx="9144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81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37" y="620688"/>
            <a:ext cx="275494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49692" y="-19811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 置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6037" y="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角 度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79681" y="196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 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682" y="620688"/>
            <a:ext cx="275494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326" y="620688"/>
            <a:ext cx="275494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173230" y="1412776"/>
            <a:ext cx="582346" cy="43204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 rot="1139424">
            <a:off x="3493320" y="1232755"/>
            <a:ext cx="91314" cy="792088"/>
          </a:xfrm>
          <a:prstGeom prst="rect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环形箭头 13"/>
          <p:cNvSpPr/>
          <p:nvPr/>
        </p:nvSpPr>
        <p:spPr>
          <a:xfrm rot="10018622">
            <a:off x="3249153" y="1880358"/>
            <a:ext cx="356965" cy="36443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梯形 14"/>
          <p:cNvSpPr/>
          <p:nvPr/>
        </p:nvSpPr>
        <p:spPr>
          <a:xfrm rot="4457398">
            <a:off x="5385154" y="1318940"/>
            <a:ext cx="341716" cy="586658"/>
          </a:xfrm>
          <a:prstGeom prst="trapezoid">
            <a:avLst>
              <a:gd name="adj" fmla="val 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 rot="16200000">
            <a:off x="5237420" y="1425578"/>
            <a:ext cx="216327" cy="101908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右箭头 16"/>
          <p:cNvSpPr/>
          <p:nvPr/>
        </p:nvSpPr>
        <p:spPr>
          <a:xfrm rot="5400000">
            <a:off x="5666919" y="1711627"/>
            <a:ext cx="216327" cy="101908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8288462" y="1377812"/>
            <a:ext cx="626829" cy="413767"/>
          </a:xfrm>
          <a:prstGeom prst="rect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393599" y="1447460"/>
            <a:ext cx="408174" cy="274470"/>
          </a:xfrm>
          <a:prstGeom prst="rect">
            <a:avLst/>
          </a:prstGeom>
          <a:noFill/>
          <a:ln w="1905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 rot="10800000">
            <a:off x="8118720" y="1518155"/>
            <a:ext cx="216196" cy="146794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右箭头 20"/>
          <p:cNvSpPr/>
          <p:nvPr/>
        </p:nvSpPr>
        <p:spPr>
          <a:xfrm rot="5400000">
            <a:off x="8455648" y="1834893"/>
            <a:ext cx="292455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右箭头 21"/>
          <p:cNvSpPr/>
          <p:nvPr/>
        </p:nvSpPr>
        <p:spPr>
          <a:xfrm rot="16200000">
            <a:off x="284383" y="1266127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空心弧 3"/>
          <p:cNvSpPr/>
          <p:nvPr/>
        </p:nvSpPr>
        <p:spPr>
          <a:xfrm rot="5400000">
            <a:off x="1924290" y="1288233"/>
            <a:ext cx="778692" cy="648072"/>
          </a:xfrm>
          <a:prstGeom prst="blockArc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右箭头 22"/>
          <p:cNvSpPr/>
          <p:nvPr/>
        </p:nvSpPr>
        <p:spPr>
          <a:xfrm rot="10800000">
            <a:off x="2114824" y="1540261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69" y="2780927"/>
            <a:ext cx="2657475" cy="185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416" y="2780926"/>
            <a:ext cx="2657475" cy="185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058" y="2780927"/>
            <a:ext cx="2657475" cy="185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矩形 27"/>
          <p:cNvSpPr/>
          <p:nvPr/>
        </p:nvSpPr>
        <p:spPr>
          <a:xfrm rot="1139424">
            <a:off x="5209689" y="3553148"/>
            <a:ext cx="185054" cy="667287"/>
          </a:xfrm>
          <a:prstGeom prst="rect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环形箭头 28"/>
          <p:cNvSpPr/>
          <p:nvPr/>
        </p:nvSpPr>
        <p:spPr>
          <a:xfrm rot="1792193">
            <a:off x="5313926" y="3390798"/>
            <a:ext cx="356965" cy="36443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右箭头 30"/>
          <p:cNvSpPr/>
          <p:nvPr/>
        </p:nvSpPr>
        <p:spPr>
          <a:xfrm rot="16200000">
            <a:off x="5048944" y="3835836"/>
            <a:ext cx="216327" cy="101908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右箭头 31"/>
          <p:cNvSpPr/>
          <p:nvPr/>
        </p:nvSpPr>
        <p:spPr>
          <a:xfrm rot="5400000">
            <a:off x="5384244" y="3740070"/>
            <a:ext cx="216327" cy="101908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空心弧 32"/>
          <p:cNvSpPr/>
          <p:nvPr/>
        </p:nvSpPr>
        <p:spPr>
          <a:xfrm rot="7169785">
            <a:off x="1716795" y="3536145"/>
            <a:ext cx="778692" cy="648072"/>
          </a:xfrm>
          <a:prstGeom prst="blockArc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右箭头 33"/>
          <p:cNvSpPr/>
          <p:nvPr/>
        </p:nvSpPr>
        <p:spPr>
          <a:xfrm rot="12569785">
            <a:off x="1907329" y="3788173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1793035" y="4358608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敛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73230" y="4337063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81030" y="4354512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外旋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内旋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61416" y="4337062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上扬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下沉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右箭头 40"/>
          <p:cNvSpPr/>
          <p:nvPr/>
        </p:nvSpPr>
        <p:spPr>
          <a:xfrm rot="12637837">
            <a:off x="7956376" y="3800517"/>
            <a:ext cx="311559" cy="146794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箭头 41"/>
          <p:cNvSpPr/>
          <p:nvPr/>
        </p:nvSpPr>
        <p:spPr>
          <a:xfrm rot="17763896">
            <a:off x="8326623" y="3560391"/>
            <a:ext cx="292455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911674" y="4341643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95058" y="4350384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拉长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缩短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68" y="4949707"/>
            <a:ext cx="2657475" cy="185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416" y="4949706"/>
            <a:ext cx="2657475" cy="185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535" y="4953433"/>
            <a:ext cx="2657475" cy="185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空心弧 47"/>
          <p:cNvSpPr/>
          <p:nvPr/>
        </p:nvSpPr>
        <p:spPr>
          <a:xfrm rot="8196782">
            <a:off x="1459778" y="6135914"/>
            <a:ext cx="666516" cy="498561"/>
          </a:xfrm>
          <a:prstGeom prst="blockArc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右箭头 48"/>
          <p:cNvSpPr/>
          <p:nvPr/>
        </p:nvSpPr>
        <p:spPr>
          <a:xfrm rot="13234738">
            <a:off x="1534947" y="6250466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1793035" y="6518278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敛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73230" y="6496733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 rot="3464921">
            <a:off x="4850522" y="6281147"/>
            <a:ext cx="129504" cy="467210"/>
          </a:xfrm>
          <a:prstGeom prst="rect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环形箭头 52"/>
          <p:cNvSpPr/>
          <p:nvPr/>
        </p:nvSpPr>
        <p:spPr>
          <a:xfrm rot="1792193">
            <a:off x="4921402" y="6089163"/>
            <a:ext cx="356965" cy="36443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4" name="右箭头 53"/>
          <p:cNvSpPr/>
          <p:nvPr/>
        </p:nvSpPr>
        <p:spPr>
          <a:xfrm rot="16200000">
            <a:off x="4625947" y="6374877"/>
            <a:ext cx="216327" cy="101908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右箭头 54"/>
          <p:cNvSpPr/>
          <p:nvPr/>
        </p:nvSpPr>
        <p:spPr>
          <a:xfrm rot="5400000">
            <a:off x="4972007" y="6513377"/>
            <a:ext cx="216327" cy="101908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5027920" y="6533995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外旋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内旋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295660" y="652701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上扬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下沉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40716" y="6484238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324100" y="649297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拉长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缩短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 rot="19418475">
            <a:off x="7686615" y="6532015"/>
            <a:ext cx="313414" cy="97176"/>
          </a:xfrm>
          <a:prstGeom prst="rect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 rot="18166789">
            <a:off x="8045970" y="3891165"/>
            <a:ext cx="475249" cy="207579"/>
          </a:xfrm>
          <a:prstGeom prst="rect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右箭头 60"/>
          <p:cNvSpPr/>
          <p:nvPr/>
        </p:nvSpPr>
        <p:spPr>
          <a:xfrm rot="14200794">
            <a:off x="7516103" y="6340507"/>
            <a:ext cx="311559" cy="146794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右箭头 61"/>
          <p:cNvSpPr/>
          <p:nvPr/>
        </p:nvSpPr>
        <p:spPr>
          <a:xfrm rot="19263831">
            <a:off x="7951655" y="6257976"/>
            <a:ext cx="292455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1759717" y="2046691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敛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39912" y="2025146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881029" y="764704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外旋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内旋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292022" y="764703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上扬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下沉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891790" y="2067046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外旋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内旋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272176" y="2049596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上扬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下沉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22331" y="627708"/>
            <a:ext cx="61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颧骨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7854" y="2787947"/>
            <a:ext cx="957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下颚角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73230" y="4948018"/>
            <a:ext cx="61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下颚</a:t>
            </a:r>
          </a:p>
        </p:txBody>
      </p:sp>
      <p:cxnSp>
        <p:nvCxnSpPr>
          <p:cNvPr id="74" name="直接连接符 73"/>
          <p:cNvCxnSpPr/>
          <p:nvPr/>
        </p:nvCxnSpPr>
        <p:spPr>
          <a:xfrm>
            <a:off x="0" y="2564904"/>
            <a:ext cx="9144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0" y="4797152"/>
            <a:ext cx="9144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65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21" y="541718"/>
            <a:ext cx="2672174" cy="1716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49692" y="-19811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 置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46037" y="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角 度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79681" y="196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 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99592" y="1556792"/>
            <a:ext cx="849656" cy="43204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1719087" y="1700808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 rot="5400000">
            <a:off x="1107157" y="2008189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775304" y="1999484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左移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右移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499" y="197793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上移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下移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066" y="560302"/>
            <a:ext cx="2672174" cy="1716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梯形 13"/>
          <p:cNvSpPr/>
          <p:nvPr/>
        </p:nvSpPr>
        <p:spPr>
          <a:xfrm rot="20661258">
            <a:off x="4167883" y="1725240"/>
            <a:ext cx="613468" cy="291421"/>
          </a:xfrm>
          <a:prstGeom prst="trapezoid">
            <a:avLst>
              <a:gd name="adj" fmla="val 3876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 rot="5400000">
            <a:off x="4219989" y="1799404"/>
            <a:ext cx="228186" cy="150687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 rot="16200000">
            <a:off x="4410133" y="1802739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环形箭头 16"/>
          <p:cNvSpPr/>
          <p:nvPr/>
        </p:nvSpPr>
        <p:spPr>
          <a:xfrm rot="4544519">
            <a:off x="4632232" y="1714832"/>
            <a:ext cx="356965" cy="36443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71666" y="1976410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上翘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51861" y="1954865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左转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右转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710" y="560302"/>
            <a:ext cx="2672174" cy="1716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7920269" y="2005855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拉长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缩短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00464" y="1984310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7732686" y="1811059"/>
            <a:ext cx="311559" cy="146794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 rot="16200000">
            <a:off x="7348634" y="1557732"/>
            <a:ext cx="292455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7219768" y="1713726"/>
            <a:ext cx="512918" cy="305792"/>
          </a:xfrm>
          <a:prstGeom prst="rect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70" y="2719089"/>
            <a:ext cx="273367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15" y="2719089"/>
            <a:ext cx="273367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959" y="2719089"/>
            <a:ext cx="273367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矩形 29"/>
          <p:cNvSpPr/>
          <p:nvPr/>
        </p:nvSpPr>
        <p:spPr>
          <a:xfrm>
            <a:off x="2407011" y="3096666"/>
            <a:ext cx="310333" cy="83639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右箭头 30"/>
          <p:cNvSpPr/>
          <p:nvPr/>
        </p:nvSpPr>
        <p:spPr>
          <a:xfrm rot="16200000">
            <a:off x="2392723" y="3024658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右箭头 31"/>
          <p:cNvSpPr/>
          <p:nvPr/>
        </p:nvSpPr>
        <p:spPr>
          <a:xfrm rot="10800000">
            <a:off x="2130129" y="3442853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1808339" y="4056404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内收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8534" y="403485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上移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下移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 rot="493433">
            <a:off x="5552695" y="3221390"/>
            <a:ext cx="116833" cy="614648"/>
          </a:xfrm>
          <a:prstGeom prst="rect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右箭头 36"/>
          <p:cNvSpPr/>
          <p:nvPr/>
        </p:nvSpPr>
        <p:spPr>
          <a:xfrm rot="10800000">
            <a:off x="5377188" y="3132670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右箭头 37"/>
          <p:cNvSpPr/>
          <p:nvPr/>
        </p:nvSpPr>
        <p:spPr>
          <a:xfrm>
            <a:off x="5596950" y="3667492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4922623" y="4010977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内含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外翻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90996" y="4016011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上翘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</a:p>
        </p:txBody>
      </p:sp>
      <p:sp>
        <p:nvSpPr>
          <p:cNvPr id="41" name="矩形 40"/>
          <p:cNvSpPr/>
          <p:nvPr/>
        </p:nvSpPr>
        <p:spPr>
          <a:xfrm rot="20552997">
            <a:off x="3474733" y="3137431"/>
            <a:ext cx="142607" cy="722370"/>
          </a:xfrm>
          <a:prstGeom prst="rect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箭头 41"/>
          <p:cNvSpPr/>
          <p:nvPr/>
        </p:nvSpPr>
        <p:spPr>
          <a:xfrm rot="5400000">
            <a:off x="3257756" y="3456706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右箭头 42"/>
          <p:cNvSpPr/>
          <p:nvPr/>
        </p:nvSpPr>
        <p:spPr>
          <a:xfrm rot="16200000">
            <a:off x="3394780" y="3144186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右箭头 43"/>
          <p:cNvSpPr/>
          <p:nvPr/>
        </p:nvSpPr>
        <p:spPr>
          <a:xfrm rot="10800000">
            <a:off x="8342665" y="3520698"/>
            <a:ext cx="311559" cy="146794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右箭头 44"/>
          <p:cNvSpPr/>
          <p:nvPr/>
        </p:nvSpPr>
        <p:spPr>
          <a:xfrm rot="16200000">
            <a:off x="8565755" y="3188950"/>
            <a:ext cx="292455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8573065" y="3326091"/>
            <a:ext cx="256459" cy="561686"/>
          </a:xfrm>
          <a:prstGeom prst="rect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7987017" y="4023004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拉长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缩短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367212" y="400145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69" y="4941168"/>
            <a:ext cx="273367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15" y="4941168"/>
            <a:ext cx="273367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959" y="4941168"/>
            <a:ext cx="273367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矩形 51"/>
          <p:cNvSpPr/>
          <p:nvPr/>
        </p:nvSpPr>
        <p:spPr>
          <a:xfrm>
            <a:off x="1044241" y="5157192"/>
            <a:ext cx="849656" cy="43204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右箭头 52"/>
          <p:cNvSpPr/>
          <p:nvPr/>
        </p:nvSpPr>
        <p:spPr>
          <a:xfrm>
            <a:off x="1116743" y="5442912"/>
            <a:ext cx="278637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右箭头 53"/>
          <p:cNvSpPr/>
          <p:nvPr/>
        </p:nvSpPr>
        <p:spPr>
          <a:xfrm rot="10800000">
            <a:off x="1493808" y="5442912"/>
            <a:ext cx="278637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右箭头 54"/>
          <p:cNvSpPr/>
          <p:nvPr/>
        </p:nvSpPr>
        <p:spPr>
          <a:xfrm rot="16200000">
            <a:off x="1320694" y="5079405"/>
            <a:ext cx="235413" cy="150576"/>
          </a:xfrm>
          <a:prstGeom prst="rightArrow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右箭头 55"/>
          <p:cNvSpPr/>
          <p:nvPr/>
        </p:nvSpPr>
        <p:spPr>
          <a:xfrm rot="5400000">
            <a:off x="1328528" y="5325499"/>
            <a:ext cx="235413" cy="150576"/>
          </a:xfrm>
          <a:prstGeom prst="rightArrow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1826278" y="6237312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内收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06473" y="6237312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</a:p>
        </p:txBody>
      </p:sp>
      <p:sp>
        <p:nvSpPr>
          <p:cNvPr id="62" name="梯形 61"/>
          <p:cNvSpPr/>
          <p:nvPr/>
        </p:nvSpPr>
        <p:spPr>
          <a:xfrm>
            <a:off x="4716016" y="5205737"/>
            <a:ext cx="633701" cy="319514"/>
          </a:xfrm>
          <a:prstGeom prst="trapezoid">
            <a:avLst>
              <a:gd name="adj" fmla="val 16812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右箭头 62"/>
          <p:cNvSpPr/>
          <p:nvPr/>
        </p:nvSpPr>
        <p:spPr>
          <a:xfrm rot="5400000">
            <a:off x="4745631" y="5293434"/>
            <a:ext cx="278858" cy="146379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右箭头 63"/>
          <p:cNvSpPr/>
          <p:nvPr/>
        </p:nvSpPr>
        <p:spPr>
          <a:xfrm rot="16200000">
            <a:off x="4968044" y="5254024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环形箭头 64"/>
          <p:cNvSpPr/>
          <p:nvPr/>
        </p:nvSpPr>
        <p:spPr>
          <a:xfrm rot="5947437">
            <a:off x="4099504" y="5233932"/>
            <a:ext cx="356965" cy="36443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890520" y="6271385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外旋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内旋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301513" y="6271384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上扬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下沉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7732686" y="5146011"/>
            <a:ext cx="765758" cy="37924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右箭头 68"/>
          <p:cNvSpPr/>
          <p:nvPr/>
        </p:nvSpPr>
        <p:spPr>
          <a:xfrm rot="10800000">
            <a:off x="7432606" y="5326031"/>
            <a:ext cx="311559" cy="146794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右箭头 69"/>
          <p:cNvSpPr/>
          <p:nvPr/>
        </p:nvSpPr>
        <p:spPr>
          <a:xfrm rot="5400000">
            <a:off x="7969338" y="5522739"/>
            <a:ext cx="292455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7941066" y="6242880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加粗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减细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352059" y="624287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拉长</a:t>
            </a:r>
            <a:r>
              <a:rPr lang="en-US" altLang="zh-CN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缩短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60377" y="503409"/>
            <a:ext cx="61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下巴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28429" y="2729383"/>
            <a:ext cx="61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耳朵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28429" y="4941168"/>
            <a:ext cx="61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眉毛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6" name="直接连接符 75"/>
          <p:cNvCxnSpPr/>
          <p:nvPr/>
        </p:nvCxnSpPr>
        <p:spPr>
          <a:xfrm>
            <a:off x="0" y="2492896"/>
            <a:ext cx="9144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0" y="4653136"/>
            <a:ext cx="9144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725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56" y="620688"/>
            <a:ext cx="25812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49692" y="-19811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 置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46037" y="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角 度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79681" y="196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 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515" y="620688"/>
            <a:ext cx="25812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159" y="621634"/>
            <a:ext cx="25812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55499" y="2022658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上移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下移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64073" y="2022657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内收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64073" y="1340768"/>
            <a:ext cx="773851" cy="50405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 rot="16200000">
            <a:off x="1898970" y="1209831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 rot="10800000">
            <a:off x="1493808" y="1520788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962555" y="1529172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268599" y="202265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内旋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外旋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90153" y="2022659"/>
            <a:ext cx="1351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向上看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向下看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环形箭头 17"/>
          <p:cNvSpPr/>
          <p:nvPr/>
        </p:nvSpPr>
        <p:spPr>
          <a:xfrm rot="4694125">
            <a:off x="3531810" y="1313554"/>
            <a:ext cx="477191" cy="47311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右箭头 18"/>
          <p:cNvSpPr/>
          <p:nvPr/>
        </p:nvSpPr>
        <p:spPr>
          <a:xfrm rot="5400000">
            <a:off x="5199418" y="1768581"/>
            <a:ext cx="278858" cy="146379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 rot="16200000">
            <a:off x="4890903" y="1277144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6302242" y="2020984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拉长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缩短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23796" y="2020984"/>
            <a:ext cx="1351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</a:p>
        </p:txBody>
      </p:sp>
      <p:sp>
        <p:nvSpPr>
          <p:cNvPr id="23" name="矩形 22"/>
          <p:cNvSpPr/>
          <p:nvPr/>
        </p:nvSpPr>
        <p:spPr>
          <a:xfrm>
            <a:off x="7889142" y="1345077"/>
            <a:ext cx="688473" cy="47221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015782" y="1434401"/>
            <a:ext cx="448315" cy="31324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 rot="10800000">
            <a:off x="7759783" y="1523130"/>
            <a:ext cx="237457" cy="167530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/>
        </p:nvSpPr>
        <p:spPr>
          <a:xfrm rot="5400000">
            <a:off x="8090237" y="1832869"/>
            <a:ext cx="333764" cy="158179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15" y="2780928"/>
            <a:ext cx="25812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514" y="2780928"/>
            <a:ext cx="25812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158" y="2780928"/>
            <a:ext cx="25812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矩形 30"/>
          <p:cNvSpPr/>
          <p:nvPr/>
        </p:nvSpPr>
        <p:spPr>
          <a:xfrm>
            <a:off x="1518341" y="3665764"/>
            <a:ext cx="360041" cy="34744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1764072" y="421842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内收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09160" y="4217555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右箭头 33"/>
          <p:cNvSpPr/>
          <p:nvPr/>
        </p:nvSpPr>
        <p:spPr>
          <a:xfrm rot="16200000">
            <a:off x="1571727" y="3456522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右箭头 34"/>
          <p:cNvSpPr/>
          <p:nvPr/>
        </p:nvSpPr>
        <p:spPr>
          <a:xfrm rot="10800000">
            <a:off x="1166565" y="3767479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环形箭头 35"/>
          <p:cNvSpPr/>
          <p:nvPr/>
        </p:nvSpPr>
        <p:spPr>
          <a:xfrm rot="5805752">
            <a:off x="3949838" y="3602931"/>
            <a:ext cx="477191" cy="47311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18086" y="4215471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内旋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外旋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37038" y="4213723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上扬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右箭头 38"/>
          <p:cNvSpPr/>
          <p:nvPr/>
        </p:nvSpPr>
        <p:spPr>
          <a:xfrm rot="16200000">
            <a:off x="4657018" y="3587458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右箭头 39"/>
          <p:cNvSpPr/>
          <p:nvPr/>
        </p:nvSpPr>
        <p:spPr>
          <a:xfrm rot="5400000">
            <a:off x="4657018" y="4032270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7771747" y="3713483"/>
            <a:ext cx="234789" cy="29972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668344" y="3638177"/>
            <a:ext cx="432048" cy="40873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345152" y="4213722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拉长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缩短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28094" y="4218429"/>
            <a:ext cx="1142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</a:p>
        </p:txBody>
      </p:sp>
      <p:sp>
        <p:nvSpPr>
          <p:cNvPr id="45" name="右箭头 44"/>
          <p:cNvSpPr/>
          <p:nvPr/>
        </p:nvSpPr>
        <p:spPr>
          <a:xfrm rot="10800000">
            <a:off x="7490637" y="3779582"/>
            <a:ext cx="237457" cy="167530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右箭头 45"/>
          <p:cNvSpPr/>
          <p:nvPr/>
        </p:nvSpPr>
        <p:spPr>
          <a:xfrm rot="16200000">
            <a:off x="7711629" y="3443784"/>
            <a:ext cx="333764" cy="158179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62" y="4941167"/>
            <a:ext cx="2470692" cy="1801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805" y="4941166"/>
            <a:ext cx="2470692" cy="1801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451" y="4941165"/>
            <a:ext cx="2470692" cy="1801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矩形 55"/>
          <p:cNvSpPr/>
          <p:nvPr/>
        </p:nvSpPr>
        <p:spPr>
          <a:xfrm>
            <a:off x="477286" y="5668328"/>
            <a:ext cx="360041" cy="34744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1813374" y="645467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内收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58462" y="6453805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右箭头 58"/>
          <p:cNvSpPr/>
          <p:nvPr/>
        </p:nvSpPr>
        <p:spPr>
          <a:xfrm rot="16200000">
            <a:off x="477286" y="5416300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右箭头 59"/>
          <p:cNvSpPr/>
          <p:nvPr/>
        </p:nvSpPr>
        <p:spPr>
          <a:xfrm>
            <a:off x="829246" y="5800784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环形箭头 60"/>
          <p:cNvSpPr/>
          <p:nvPr/>
        </p:nvSpPr>
        <p:spPr>
          <a:xfrm rot="14814529">
            <a:off x="3531810" y="5660835"/>
            <a:ext cx="477191" cy="47311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318085" y="6453397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内旋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外旋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837037" y="645164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上扬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右箭头 63"/>
          <p:cNvSpPr/>
          <p:nvPr/>
        </p:nvSpPr>
        <p:spPr>
          <a:xfrm rot="16200000">
            <a:off x="5160009" y="5596320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右箭头 64"/>
          <p:cNvSpPr/>
          <p:nvPr/>
        </p:nvSpPr>
        <p:spPr>
          <a:xfrm rot="5400000">
            <a:off x="5325222" y="6042600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6333787" y="6461232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拉长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缩短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716729" y="6465939"/>
            <a:ext cx="1142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</a:p>
        </p:txBody>
      </p:sp>
      <p:sp>
        <p:nvSpPr>
          <p:cNvPr id="68" name="矩形 67"/>
          <p:cNvSpPr/>
          <p:nvPr/>
        </p:nvSpPr>
        <p:spPr>
          <a:xfrm>
            <a:off x="8360522" y="5692835"/>
            <a:ext cx="234789" cy="29972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8257119" y="5617529"/>
            <a:ext cx="432048" cy="40873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右箭头 69"/>
          <p:cNvSpPr/>
          <p:nvPr/>
        </p:nvSpPr>
        <p:spPr>
          <a:xfrm rot="10800000">
            <a:off x="8079412" y="5758934"/>
            <a:ext cx="237457" cy="167530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右箭头 70"/>
          <p:cNvSpPr/>
          <p:nvPr/>
        </p:nvSpPr>
        <p:spPr>
          <a:xfrm rot="16200000">
            <a:off x="8300404" y="5423136"/>
            <a:ext cx="333764" cy="158179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103505" y="621634"/>
            <a:ext cx="1109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眼睛整体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82704" y="2787948"/>
            <a:ext cx="860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内眼角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58462" y="4941167"/>
            <a:ext cx="9006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外眼角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0" y="2564904"/>
            <a:ext cx="9144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0" y="4725144"/>
            <a:ext cx="9144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689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70" y="620688"/>
            <a:ext cx="25812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49692" y="-19811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 置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46037" y="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角 度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79681" y="196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 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515" y="625664"/>
            <a:ext cx="25812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159" y="620688"/>
            <a:ext cx="25812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323528" y="1351648"/>
            <a:ext cx="792088" cy="25257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 rot="16200000">
            <a:off x="539552" y="1099620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1115616" y="1410906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758082" y="2059063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内收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3170" y="205818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62986" y="203936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上扬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18085" y="2039368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内旋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外旋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环形箭头 16"/>
          <p:cNvSpPr/>
          <p:nvPr/>
        </p:nvSpPr>
        <p:spPr>
          <a:xfrm rot="727453">
            <a:off x="3590398" y="1186470"/>
            <a:ext cx="477191" cy="47311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右箭头 17"/>
          <p:cNvSpPr/>
          <p:nvPr/>
        </p:nvSpPr>
        <p:spPr>
          <a:xfrm rot="16200000">
            <a:off x="4896036" y="1214864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 rot="5400000">
            <a:off x="5184774" y="1590926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7879094" y="2039367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眼影宽度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上下箭头 20"/>
          <p:cNvSpPr/>
          <p:nvPr/>
        </p:nvSpPr>
        <p:spPr>
          <a:xfrm>
            <a:off x="7879094" y="1338622"/>
            <a:ext cx="188548" cy="432599"/>
          </a:xfrm>
          <a:prstGeom prst="upDown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362340" y="2020775"/>
            <a:ext cx="895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</a:p>
        </p:txBody>
      </p:sp>
      <p:sp>
        <p:nvSpPr>
          <p:cNvPr id="23" name="上下箭头 22"/>
          <p:cNvSpPr/>
          <p:nvPr/>
        </p:nvSpPr>
        <p:spPr>
          <a:xfrm rot="16200000">
            <a:off x="6731456" y="1102939"/>
            <a:ext cx="157659" cy="432599"/>
          </a:xfrm>
          <a:prstGeom prst="upDown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70" y="2708920"/>
            <a:ext cx="25812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514" y="2708920"/>
            <a:ext cx="25812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078" y="2708920"/>
            <a:ext cx="25812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矩形 26"/>
          <p:cNvSpPr/>
          <p:nvPr/>
        </p:nvSpPr>
        <p:spPr>
          <a:xfrm>
            <a:off x="363366" y="3717032"/>
            <a:ext cx="792088" cy="25257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/>
        </p:nvSpPr>
        <p:spPr>
          <a:xfrm rot="16200000">
            <a:off x="579390" y="3465004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右箭头 28"/>
          <p:cNvSpPr/>
          <p:nvPr/>
        </p:nvSpPr>
        <p:spPr>
          <a:xfrm>
            <a:off x="1155454" y="3776290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1758081" y="4147295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内收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03169" y="4146421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55778" y="4146420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上扬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10877" y="414641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内旋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外旋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环形箭头 33"/>
          <p:cNvSpPr/>
          <p:nvPr/>
        </p:nvSpPr>
        <p:spPr>
          <a:xfrm rot="10978240">
            <a:off x="3581297" y="3566704"/>
            <a:ext cx="477191" cy="47311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右箭头 34"/>
          <p:cNvSpPr/>
          <p:nvPr/>
        </p:nvSpPr>
        <p:spPr>
          <a:xfrm rot="16200000">
            <a:off x="4968044" y="3508240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右箭头 35"/>
          <p:cNvSpPr/>
          <p:nvPr/>
        </p:nvSpPr>
        <p:spPr>
          <a:xfrm rot="5400000">
            <a:off x="5256782" y="3884302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6356676" y="4117738"/>
            <a:ext cx="895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</a:p>
        </p:txBody>
      </p:sp>
      <p:sp>
        <p:nvSpPr>
          <p:cNvPr id="40" name="上下箭头 39"/>
          <p:cNvSpPr/>
          <p:nvPr/>
        </p:nvSpPr>
        <p:spPr>
          <a:xfrm rot="16200000">
            <a:off x="6717151" y="3698663"/>
            <a:ext cx="157659" cy="432599"/>
          </a:xfrm>
          <a:prstGeom prst="upDown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160376" y="620688"/>
            <a:ext cx="8832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上眼皮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5849" y="2708920"/>
            <a:ext cx="952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下眼皮</a:t>
            </a:r>
          </a:p>
        </p:txBody>
      </p:sp>
      <p:cxnSp>
        <p:nvCxnSpPr>
          <p:cNvPr id="43" name="直接连接符 42"/>
          <p:cNvCxnSpPr/>
          <p:nvPr/>
        </p:nvCxnSpPr>
        <p:spPr>
          <a:xfrm>
            <a:off x="0" y="2492896"/>
            <a:ext cx="9144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44" y="4829174"/>
            <a:ext cx="2669126" cy="193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588" y="4829173"/>
            <a:ext cx="2669126" cy="193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233" y="4829172"/>
            <a:ext cx="2669126" cy="193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Box 47"/>
          <p:cNvSpPr txBox="1"/>
          <p:nvPr/>
        </p:nvSpPr>
        <p:spPr>
          <a:xfrm>
            <a:off x="159243" y="4833542"/>
            <a:ext cx="1047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鼻子整体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137452" y="5661248"/>
            <a:ext cx="554228" cy="86409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右箭头 49"/>
          <p:cNvSpPr/>
          <p:nvPr/>
        </p:nvSpPr>
        <p:spPr>
          <a:xfrm rot="16200000">
            <a:off x="1650070" y="5589240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右箭头 50"/>
          <p:cNvSpPr/>
          <p:nvPr/>
        </p:nvSpPr>
        <p:spPr>
          <a:xfrm rot="5400000">
            <a:off x="1648128" y="6195744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164246" y="6435850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上移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下移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211960" y="5661248"/>
            <a:ext cx="554228" cy="77460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3269300" y="6473081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上翻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下翻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252568" y="5661248"/>
            <a:ext cx="554228" cy="75467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上下箭头 55"/>
          <p:cNvSpPr/>
          <p:nvPr/>
        </p:nvSpPr>
        <p:spPr>
          <a:xfrm rot="16200000">
            <a:off x="7450852" y="5366119"/>
            <a:ext cx="157659" cy="432599"/>
          </a:xfrm>
          <a:prstGeom prst="upDown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上下箭头 56"/>
          <p:cNvSpPr/>
          <p:nvPr/>
        </p:nvSpPr>
        <p:spPr>
          <a:xfrm>
            <a:off x="7842946" y="5972979"/>
            <a:ext cx="188548" cy="432599"/>
          </a:xfrm>
          <a:prstGeom prst="upDown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6304045" y="647133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长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短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938382" y="648523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宽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窄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环形箭头 59"/>
          <p:cNvSpPr/>
          <p:nvPr/>
        </p:nvSpPr>
        <p:spPr>
          <a:xfrm rot="16200000">
            <a:off x="3783047" y="5789886"/>
            <a:ext cx="477191" cy="47311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629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9692" y="-19811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 置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46037" y="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角 度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79681" y="196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 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60" y="651790"/>
            <a:ext cx="2480096" cy="193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105" y="651790"/>
            <a:ext cx="2480096" cy="193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749" y="651790"/>
            <a:ext cx="2480096" cy="193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上下箭头 13"/>
          <p:cNvSpPr/>
          <p:nvPr/>
        </p:nvSpPr>
        <p:spPr>
          <a:xfrm rot="14721172">
            <a:off x="1782628" y="907053"/>
            <a:ext cx="241868" cy="636167"/>
          </a:xfrm>
          <a:prstGeom prst="upDownArrow">
            <a:avLst>
              <a:gd name="adj1" fmla="val 50000"/>
              <a:gd name="adj2" fmla="val 65196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53760" y="2308547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上移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下移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9431" y="670427"/>
            <a:ext cx="717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鼻梁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右箭头 16"/>
          <p:cNvSpPr/>
          <p:nvPr/>
        </p:nvSpPr>
        <p:spPr>
          <a:xfrm rot="20377371">
            <a:off x="5017856" y="936972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 rot="9396840">
            <a:off x="4613752" y="1367606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350105" y="2308547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上翻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下翻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上下箭头 19"/>
          <p:cNvSpPr/>
          <p:nvPr/>
        </p:nvSpPr>
        <p:spPr>
          <a:xfrm rot="10022602">
            <a:off x="7823820" y="962290"/>
            <a:ext cx="241868" cy="636167"/>
          </a:xfrm>
          <a:prstGeom prst="upDownArrow">
            <a:avLst>
              <a:gd name="adj1" fmla="val 50000"/>
              <a:gd name="adj2" fmla="val 65196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6383749" y="2322384"/>
            <a:ext cx="708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长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短</a:t>
            </a: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60" y="2757254"/>
            <a:ext cx="2480096" cy="193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199431" y="2757254"/>
            <a:ext cx="10036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鼻基底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1493808" y="3809201"/>
            <a:ext cx="348284" cy="2160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53760" y="4401724"/>
            <a:ext cx="2085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上移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下移（凹进去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拱出来）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925" y="2744967"/>
            <a:ext cx="2480096" cy="193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直接箭头连接符 28"/>
          <p:cNvCxnSpPr/>
          <p:nvPr/>
        </p:nvCxnSpPr>
        <p:spPr>
          <a:xfrm flipV="1">
            <a:off x="7617973" y="3796914"/>
            <a:ext cx="348284" cy="2160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77925" y="4389437"/>
            <a:ext cx="636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宽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窄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60" y="4924244"/>
            <a:ext cx="2480096" cy="193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253760" y="4918676"/>
            <a:ext cx="717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鼻头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626448" y="5589240"/>
            <a:ext cx="554228" cy="43204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 rot="15365406">
            <a:off x="1548900" y="5377273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右箭头 34"/>
          <p:cNvSpPr/>
          <p:nvPr/>
        </p:nvSpPr>
        <p:spPr>
          <a:xfrm rot="4558773">
            <a:off x="2000656" y="5898105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253759" y="6525344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上移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下移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910" y="4913251"/>
            <a:ext cx="2480096" cy="193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/>
          <p:cNvSpPr txBox="1"/>
          <p:nvPr/>
        </p:nvSpPr>
        <p:spPr>
          <a:xfrm>
            <a:off x="3359909" y="6514351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上翻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下翻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710472" y="5566882"/>
            <a:ext cx="554228" cy="43204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环形箭头 39"/>
          <p:cNvSpPr/>
          <p:nvPr/>
        </p:nvSpPr>
        <p:spPr>
          <a:xfrm rot="2897071">
            <a:off x="4959280" y="5395633"/>
            <a:ext cx="477191" cy="47311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925" y="4918676"/>
            <a:ext cx="2480096" cy="193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TextBox 41"/>
          <p:cNvSpPr txBox="1"/>
          <p:nvPr/>
        </p:nvSpPr>
        <p:spPr>
          <a:xfrm>
            <a:off x="6444208" y="6514351"/>
            <a:ext cx="708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长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短</a:t>
            </a:r>
          </a:p>
        </p:txBody>
      </p:sp>
      <p:sp>
        <p:nvSpPr>
          <p:cNvPr id="43" name="上下箭头 42"/>
          <p:cNvSpPr/>
          <p:nvPr/>
        </p:nvSpPr>
        <p:spPr>
          <a:xfrm rot="10629323">
            <a:off x="8234393" y="5507032"/>
            <a:ext cx="241868" cy="636167"/>
          </a:xfrm>
          <a:prstGeom prst="upDownArrow">
            <a:avLst>
              <a:gd name="adj1" fmla="val 50000"/>
              <a:gd name="adj2" fmla="val 65196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7689143" y="5589240"/>
            <a:ext cx="554228" cy="43204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54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654" y="2852935"/>
            <a:ext cx="25908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31" y="525180"/>
            <a:ext cx="2669126" cy="193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49692" y="-19811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 置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46037" y="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角 度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79681" y="196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 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5022" y="525180"/>
            <a:ext cx="717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鼻翼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9431" y="2170088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上移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下移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63688" y="2170047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内收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</a:p>
        </p:txBody>
      </p:sp>
      <p:sp>
        <p:nvSpPr>
          <p:cNvPr id="12" name="上下箭头 11"/>
          <p:cNvSpPr/>
          <p:nvPr/>
        </p:nvSpPr>
        <p:spPr>
          <a:xfrm rot="15719285">
            <a:off x="1596777" y="1756407"/>
            <a:ext cx="140430" cy="391171"/>
          </a:xfrm>
          <a:prstGeom prst="upDownArrow">
            <a:avLst>
              <a:gd name="adj1" fmla="val 50000"/>
              <a:gd name="adj2" fmla="val 65196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上下箭头 12"/>
          <p:cNvSpPr/>
          <p:nvPr/>
        </p:nvSpPr>
        <p:spPr>
          <a:xfrm>
            <a:off x="1064931" y="1654248"/>
            <a:ext cx="141593" cy="401908"/>
          </a:xfrm>
          <a:prstGeom prst="upDownArrow">
            <a:avLst>
              <a:gd name="adj1" fmla="val 50000"/>
              <a:gd name="adj2" fmla="val 65196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590" y="523220"/>
            <a:ext cx="2669126" cy="193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环形箭头 15"/>
          <p:cNvSpPr/>
          <p:nvPr/>
        </p:nvSpPr>
        <p:spPr>
          <a:xfrm rot="4957057">
            <a:off x="4526648" y="1589409"/>
            <a:ext cx="477191" cy="473111"/>
          </a:xfrm>
          <a:prstGeom prst="circular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右箭头 16"/>
          <p:cNvSpPr/>
          <p:nvPr/>
        </p:nvSpPr>
        <p:spPr>
          <a:xfrm rot="15144311">
            <a:off x="4028208" y="1721003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255590" y="2170863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外翻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内收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21099" y="2168567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外旋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内旋</a:t>
            </a: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234" y="525180"/>
            <a:ext cx="2669126" cy="193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上下箭头 20"/>
          <p:cNvSpPr/>
          <p:nvPr/>
        </p:nvSpPr>
        <p:spPr>
          <a:xfrm>
            <a:off x="7812360" y="1691070"/>
            <a:ext cx="141593" cy="401908"/>
          </a:xfrm>
          <a:prstGeom prst="upDownArrow">
            <a:avLst>
              <a:gd name="adj1" fmla="val 50000"/>
              <a:gd name="adj2" fmla="val 65196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309136" y="2183988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拉长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缩短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94" y="2852936"/>
            <a:ext cx="25908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186962" y="2852936"/>
            <a:ext cx="889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嘴整体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上下箭头 24"/>
          <p:cNvSpPr/>
          <p:nvPr/>
        </p:nvSpPr>
        <p:spPr>
          <a:xfrm>
            <a:off x="1799658" y="3523519"/>
            <a:ext cx="141593" cy="401908"/>
          </a:xfrm>
          <a:prstGeom prst="upDownArrow">
            <a:avLst>
              <a:gd name="adj1" fmla="val 50000"/>
              <a:gd name="adj2" fmla="val 65196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02907" y="4319012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上移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下移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右箭头 26"/>
          <p:cNvSpPr/>
          <p:nvPr/>
        </p:nvSpPr>
        <p:spPr>
          <a:xfrm rot="5400000">
            <a:off x="4185890" y="3964177"/>
            <a:ext cx="228186" cy="150687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/>
        </p:nvSpPr>
        <p:spPr>
          <a:xfrm rot="16200000">
            <a:off x="4124770" y="3310983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3255589" y="4317733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上翘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397" y="2851657"/>
            <a:ext cx="25908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6328397" y="4330355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增厚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减薄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16295" y="4330355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</a:p>
        </p:txBody>
      </p:sp>
      <p:sp>
        <p:nvSpPr>
          <p:cNvPr id="34" name="上下箭头 33"/>
          <p:cNvSpPr/>
          <p:nvPr/>
        </p:nvSpPr>
        <p:spPr>
          <a:xfrm>
            <a:off x="7883156" y="3522240"/>
            <a:ext cx="141593" cy="401908"/>
          </a:xfrm>
          <a:prstGeom prst="upDownArrow">
            <a:avLst>
              <a:gd name="adj1" fmla="val 50000"/>
              <a:gd name="adj2" fmla="val 65196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上下箭头 34"/>
          <p:cNvSpPr/>
          <p:nvPr/>
        </p:nvSpPr>
        <p:spPr>
          <a:xfrm rot="16200000">
            <a:off x="7425259" y="3774767"/>
            <a:ext cx="220872" cy="536821"/>
          </a:xfrm>
          <a:prstGeom prst="upDownArrow">
            <a:avLst>
              <a:gd name="adj1" fmla="val 50000"/>
              <a:gd name="adj2" fmla="val 4538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08" y="4950553"/>
            <a:ext cx="25908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654" y="4950553"/>
            <a:ext cx="25908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295" y="4950553"/>
            <a:ext cx="25908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195022" y="4968273"/>
            <a:ext cx="718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上唇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064931" y="5661924"/>
            <a:ext cx="554228" cy="21534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148364" y="641662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内收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</a:p>
        </p:txBody>
      </p:sp>
      <p:sp>
        <p:nvSpPr>
          <p:cNvPr id="42" name="上下箭头 41"/>
          <p:cNvSpPr/>
          <p:nvPr/>
        </p:nvSpPr>
        <p:spPr>
          <a:xfrm rot="16200000">
            <a:off x="1235485" y="5356252"/>
            <a:ext cx="213120" cy="398221"/>
          </a:xfrm>
          <a:prstGeom prst="upDownArrow">
            <a:avLst>
              <a:gd name="adj1" fmla="val 50000"/>
              <a:gd name="adj2" fmla="val 54443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右箭头 42"/>
          <p:cNvSpPr/>
          <p:nvPr/>
        </p:nvSpPr>
        <p:spPr>
          <a:xfrm rot="16200000">
            <a:off x="4316728" y="5516578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右箭头 43"/>
          <p:cNvSpPr/>
          <p:nvPr/>
        </p:nvSpPr>
        <p:spPr>
          <a:xfrm rot="5400000">
            <a:off x="4169478" y="5798273"/>
            <a:ext cx="228186" cy="150687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4110661" y="5658269"/>
            <a:ext cx="554228" cy="21534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3260654" y="6414203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上翘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</a:p>
        </p:txBody>
      </p:sp>
      <p:sp>
        <p:nvSpPr>
          <p:cNvPr id="47" name="矩形 46"/>
          <p:cNvSpPr/>
          <p:nvPr/>
        </p:nvSpPr>
        <p:spPr>
          <a:xfrm>
            <a:off x="7017956" y="5651849"/>
            <a:ext cx="865200" cy="21534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6240295" y="6414202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增厚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减薄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上下箭头 48"/>
          <p:cNvSpPr/>
          <p:nvPr/>
        </p:nvSpPr>
        <p:spPr>
          <a:xfrm>
            <a:off x="7914967" y="5555362"/>
            <a:ext cx="141593" cy="401908"/>
          </a:xfrm>
          <a:prstGeom prst="upDownArrow">
            <a:avLst>
              <a:gd name="adj1" fmla="val 50000"/>
              <a:gd name="adj2" fmla="val 65196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7870234" y="6394626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</a:p>
        </p:txBody>
      </p:sp>
      <p:sp>
        <p:nvSpPr>
          <p:cNvPr id="51" name="上下箭头 50"/>
          <p:cNvSpPr/>
          <p:nvPr/>
        </p:nvSpPr>
        <p:spPr>
          <a:xfrm rot="16200000">
            <a:off x="7309248" y="5273002"/>
            <a:ext cx="220872" cy="536821"/>
          </a:xfrm>
          <a:prstGeom prst="upDownArrow">
            <a:avLst>
              <a:gd name="adj1" fmla="val 50000"/>
              <a:gd name="adj2" fmla="val 4538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357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45" y="596419"/>
            <a:ext cx="25908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291" y="596419"/>
            <a:ext cx="25908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932" y="596419"/>
            <a:ext cx="25908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95659" y="614139"/>
            <a:ext cx="718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en-US" sz="16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唇</a:t>
            </a:r>
            <a:endParaRPr lang="zh-CN" altLang="en-US" sz="16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74652" y="1467956"/>
            <a:ext cx="554228" cy="21534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70379" y="2040492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内收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</a:p>
        </p:txBody>
      </p:sp>
      <p:sp>
        <p:nvSpPr>
          <p:cNvPr id="10" name="上下箭头 9"/>
          <p:cNvSpPr/>
          <p:nvPr/>
        </p:nvSpPr>
        <p:spPr>
          <a:xfrm rot="16200000">
            <a:off x="1236122" y="1619790"/>
            <a:ext cx="213120" cy="398221"/>
          </a:xfrm>
          <a:prstGeom prst="upDownArrow">
            <a:avLst>
              <a:gd name="adj1" fmla="val 50000"/>
              <a:gd name="adj2" fmla="val 54443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 rot="16200000">
            <a:off x="4354330" y="1326264"/>
            <a:ext cx="360040" cy="14401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 rot="5400000">
            <a:off x="4207080" y="1607959"/>
            <a:ext cx="228186" cy="150687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148263" y="1467955"/>
            <a:ext cx="554228" cy="21534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61291" y="2060069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上翘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下垂</a:t>
            </a:r>
          </a:p>
        </p:txBody>
      </p:sp>
      <p:sp>
        <p:nvSpPr>
          <p:cNvPr id="15" name="矩形 14"/>
          <p:cNvSpPr/>
          <p:nvPr/>
        </p:nvSpPr>
        <p:spPr>
          <a:xfrm>
            <a:off x="7005671" y="1461535"/>
            <a:ext cx="865200" cy="21534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240932" y="2060068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增厚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减薄</a:t>
            </a:r>
            <a:endParaRPr lang="zh-CN" altLang="en-US" sz="1200" b="1" dirty="0">
              <a:ln w="1270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上下箭头 16"/>
          <p:cNvSpPr/>
          <p:nvPr/>
        </p:nvSpPr>
        <p:spPr>
          <a:xfrm>
            <a:off x="7915604" y="1377338"/>
            <a:ext cx="141593" cy="401908"/>
          </a:xfrm>
          <a:prstGeom prst="upDownArrow">
            <a:avLst>
              <a:gd name="adj1" fmla="val 50000"/>
              <a:gd name="adj2" fmla="val 65196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7870871" y="2040492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</a:p>
        </p:txBody>
      </p:sp>
      <p:sp>
        <p:nvSpPr>
          <p:cNvPr id="19" name="上下箭头 18"/>
          <p:cNvSpPr/>
          <p:nvPr/>
        </p:nvSpPr>
        <p:spPr>
          <a:xfrm rot="16200000">
            <a:off x="7327835" y="1051014"/>
            <a:ext cx="220872" cy="536821"/>
          </a:xfrm>
          <a:prstGeom prst="upDownArrow">
            <a:avLst>
              <a:gd name="adj1" fmla="val 50000"/>
              <a:gd name="adj2" fmla="val 4538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449692" y="-19811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 置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46037" y="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角 度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79681" y="196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 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35" y="2852936"/>
            <a:ext cx="25908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922" y="2852936"/>
            <a:ext cx="25908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195659" y="2852936"/>
            <a:ext cx="718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嘴角</a:t>
            </a:r>
          </a:p>
        </p:txBody>
      </p:sp>
      <p:sp>
        <p:nvSpPr>
          <p:cNvPr id="27" name="矩形 26"/>
          <p:cNvSpPr/>
          <p:nvPr/>
        </p:nvSpPr>
        <p:spPr>
          <a:xfrm>
            <a:off x="1680350" y="3501008"/>
            <a:ext cx="277114" cy="32200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75740" y="3505525"/>
            <a:ext cx="277114" cy="32200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139954" y="4319012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上移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下移</a:t>
            </a:r>
          </a:p>
        </p:txBody>
      </p:sp>
      <p:sp>
        <p:nvSpPr>
          <p:cNvPr id="30" name="上下箭头 29"/>
          <p:cNvSpPr/>
          <p:nvPr/>
        </p:nvSpPr>
        <p:spPr>
          <a:xfrm>
            <a:off x="1975325" y="3461054"/>
            <a:ext cx="141593" cy="401908"/>
          </a:xfrm>
          <a:prstGeom prst="upDownArrow">
            <a:avLst>
              <a:gd name="adj1" fmla="val 50000"/>
              <a:gd name="adj2" fmla="val 65196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1794053" y="4305603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内收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外扩</a:t>
            </a:r>
          </a:p>
        </p:txBody>
      </p:sp>
      <p:sp>
        <p:nvSpPr>
          <p:cNvPr id="32" name="上下箭头 31"/>
          <p:cNvSpPr/>
          <p:nvPr/>
        </p:nvSpPr>
        <p:spPr>
          <a:xfrm rot="5400000">
            <a:off x="840552" y="3188506"/>
            <a:ext cx="147489" cy="450200"/>
          </a:xfrm>
          <a:prstGeom prst="upDownArrow">
            <a:avLst>
              <a:gd name="adj1" fmla="val 61808"/>
              <a:gd name="adj2" fmla="val 65196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上下箭头 32"/>
          <p:cNvSpPr/>
          <p:nvPr/>
        </p:nvSpPr>
        <p:spPr>
          <a:xfrm>
            <a:off x="7913988" y="3425618"/>
            <a:ext cx="141593" cy="401908"/>
          </a:xfrm>
          <a:prstGeom prst="upDownArrow">
            <a:avLst>
              <a:gd name="adj1" fmla="val 50000"/>
              <a:gd name="adj2" fmla="val 65196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6222922" y="4298743"/>
            <a:ext cx="1003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扩宽</a:t>
            </a:r>
            <a:r>
              <a:rPr lang="en-US" altLang="zh-CN" sz="1200" b="1" dirty="0" smtClean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n w="12700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收窄</a:t>
            </a:r>
          </a:p>
        </p:txBody>
      </p:sp>
    </p:spTree>
    <p:extLst>
      <p:ext uri="{BB962C8B-B14F-4D97-AF65-F5344CB8AC3E}">
        <p14:creationId xmlns:p14="http://schemas.microsoft.com/office/powerpoint/2010/main" val="1543855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565</Words>
  <Application>Microsoft Office PowerPoint</Application>
  <PresentationFormat>全屏显示(4:3)</PresentationFormat>
  <Paragraphs>162</Paragraphs>
  <Slides>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微软用户</cp:lastModifiedBy>
  <cp:revision>3</cp:revision>
  <dcterms:created xsi:type="dcterms:W3CDTF">2017-12-19T12:43:59Z</dcterms:created>
  <dcterms:modified xsi:type="dcterms:W3CDTF">2018-01-10T03:10:16Z</dcterms:modified>
</cp:coreProperties>
</file>